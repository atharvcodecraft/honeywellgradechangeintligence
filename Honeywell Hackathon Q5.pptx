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Github" TargetMode="External"/><Relationship Id="rId2" Type="http://schemas.openxmlformats.org/officeDocument/2006/relationships/hyperlink" Target="Site%20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Zipfile%20driv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209550" y="393829"/>
            <a:ext cx="11583788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Question 5A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StatementTitle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-Grade Change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Intiligence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in Paper Making Process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Industry 4.0 – AI for Smart Manufacturing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Student Name – Atharv Vijaykumar Patil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Student ID – 23BSA10028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Site Live URL-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https://honeywellgradechangeintligence-stejkkck6udc6tkmh9v8tq.streamlit.app/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GitHubrepo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3" action="ppaction://hlinkfile"/>
              </a:rPr>
              <a:t>https://github.com/AtharvCodeCraft/HoneywellGradeChangeIntligence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ZipFile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4" action="ppaction://hlinkfile"/>
              </a:rPr>
              <a:t>https://drive.google.com/file/d/1Pqk7IARvT0Fv9ClXjWlUfx5YqhdepoZX/view?usp=sharing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124046"/>
            <a:ext cx="10972800" cy="126704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Grade Change Intelligence: AI-Powered Decision Support for Paper Manufacturing</a:t>
            </a:r>
            <a:endParaRPr lang="en-US" sz="3200" b="1" dirty="0"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2AA84D-74FF-A0BE-555A-028860BA5696}"/>
              </a:ext>
            </a:extLst>
          </p:cNvPr>
          <p:cNvSpPr txBox="1"/>
          <p:nvPr/>
        </p:nvSpPr>
        <p:spPr>
          <a:xfrm>
            <a:off x="247650" y="1657350"/>
            <a:ext cx="1179195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Proposed Solution: </a:t>
            </a:r>
          </a:p>
          <a:p>
            <a:endParaRPr lang="en-IN" sz="2000" b="1" dirty="0"/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Detailed explanation of the proposed solution</a:t>
            </a:r>
            <a:r>
              <a:rPr lang="en-IN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AI-powered system predicts paper grade-change risk using </a:t>
            </a:r>
            <a:r>
              <a:rPr lang="en-IN" sz="2000" dirty="0" err="1"/>
              <a:t>XGBoost</a:t>
            </a:r>
            <a:r>
              <a:rPr lang="en-IN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SHAP Explainable AI identifies the key process parameters influencing predictions.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Smart dashboard provides recommendations, optimal setpoints, and downloadable PDF reports.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US" sz="2000" b="1" dirty="0"/>
              <a:t>How it Addresses the 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Detects potential quality issues early to reduce production losses and downtime.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Assists operators with data-driven recommendations for faster decision-making.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Improves product quality and process efficiency through continuous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r>
              <a:rPr lang="en-IN" sz="2000" b="1" dirty="0"/>
              <a:t>Innovation &amp; Uniqueness: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Combines Machine Learning with Explainable AI for transparent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Integrates AI recommendations, correlation analysis, and optimal setpoint suggestions.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Enables operator feedback and automated PDF reporting in a single industrial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F6162-69FD-CD68-EBF2-E2EF6E809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050" y="1761873"/>
            <a:ext cx="4438649" cy="49596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F2945D-1AE3-2A26-3690-906C1163E9A3}"/>
              </a:ext>
            </a:extLst>
          </p:cNvPr>
          <p:cNvSpPr txBox="1"/>
          <p:nvPr/>
        </p:nvSpPr>
        <p:spPr>
          <a:xfrm>
            <a:off x="609599" y="1596520"/>
            <a:ext cx="5239175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Technical Approach:</a:t>
            </a:r>
          </a:p>
          <a:p>
            <a:endParaRPr lang="en-IN" sz="2400" b="1" dirty="0"/>
          </a:p>
          <a:p>
            <a:r>
              <a:rPr lang="en-IN" b="1" dirty="0"/>
              <a:t>Development and Visualization: </a:t>
            </a:r>
            <a:r>
              <a:rPr lang="en-IN" dirty="0"/>
              <a:t>Python, </a:t>
            </a:r>
            <a:r>
              <a:rPr lang="en-IN" dirty="0" err="1"/>
              <a:t>Streamlit</a:t>
            </a:r>
            <a:r>
              <a:rPr lang="en-IN" dirty="0"/>
              <a:t>, Pandas, NumPy, Matplotlib</a:t>
            </a:r>
          </a:p>
          <a:p>
            <a:endParaRPr lang="en-IN" dirty="0"/>
          </a:p>
          <a:p>
            <a:r>
              <a:rPr lang="en-IN" b="1" dirty="0"/>
              <a:t>Machine Learning: </a:t>
            </a:r>
            <a:r>
              <a:rPr lang="en-IN" dirty="0" err="1"/>
              <a:t>XGBoost</a:t>
            </a:r>
            <a:r>
              <a:rPr lang="en-IN" dirty="0"/>
              <a:t>, SHAP, Scikit-learn, </a:t>
            </a:r>
            <a:r>
              <a:rPr lang="en-IN" dirty="0" err="1"/>
              <a:t>Joblib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Report Generation : </a:t>
            </a:r>
            <a:r>
              <a:rPr lang="en-IN" dirty="0" err="1"/>
              <a:t>ReportLab</a:t>
            </a:r>
            <a:r>
              <a:rPr lang="en-IN" dirty="0"/>
              <a:t> &amp; GitHub</a:t>
            </a:r>
          </a:p>
          <a:p>
            <a:endParaRPr lang="en-IN" b="1" dirty="0"/>
          </a:p>
          <a:p>
            <a:r>
              <a:rPr lang="en-IN" sz="2000" b="1" dirty="0"/>
              <a:t>Working Prototype: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Interactive </a:t>
            </a:r>
            <a:r>
              <a:rPr lang="en-IN" sz="2000" dirty="0" err="1"/>
              <a:t>Streamlit</a:t>
            </a:r>
            <a:r>
              <a:rPr lang="en-IN" sz="2000" dirty="0"/>
              <a:t> dashboard with real-time process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 AI-generated recommendations, correlation heatmap, and confidence analysis.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PDF report generation with operator feedback support.</a:t>
            </a:r>
            <a:endParaRPr lang="en-IN" sz="2000" b="1" dirty="0"/>
          </a:p>
          <a:p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65776-F9D7-F6A3-B5E1-7981FC9AE9A8}"/>
              </a:ext>
            </a:extLst>
          </p:cNvPr>
          <p:cNvSpPr txBox="1"/>
          <p:nvPr/>
        </p:nvSpPr>
        <p:spPr>
          <a:xfrm>
            <a:off x="6096000" y="1400175"/>
            <a:ext cx="507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Methodology and process for implementation:</a:t>
            </a:r>
            <a:endParaRPr lang="en-IN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04850" y="1266825"/>
            <a:ext cx="9385300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IN" sz="2000" b="1" dirty="0"/>
              <a:t>Analysis of the Feasibility of the Idea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Uses proven technologies (Python, </a:t>
            </a: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XGBoost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, SHAP, </a:t>
            </a:r>
            <a:r>
              <a:rPr kumimoji="0" lang="en-US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Streamlit</a:t>
            </a: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) that are reliable and industry-ready.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Easily integrates with existing manufacturing data and process monitoring systems.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Scalable solution that can be extended to multiple production lines and plants.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defRPr/>
            </a:pPr>
            <a:r>
              <a:rPr lang="en-IN" sz="2000" b="1" dirty="0"/>
              <a:t>Potential Challenges and Risks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Model accuracy depends on the quality and availability of production data.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 Process variations may require periodic model retraining and validation.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 Integration with legacy industrial systems can be technically challenging.</a:t>
            </a:r>
          </a:p>
          <a:p>
            <a:pPr lvl="0" algn="just"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0" algn="just">
              <a:defRPr/>
            </a:pPr>
            <a:r>
              <a:rPr lang="en-IN" sz="2000" b="1" dirty="0"/>
              <a:t>Strategies for Overcoming These Challenges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Continuously retrain the model using new production and operator feedback data.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Implement data validation and preprocessing to improve prediction reliability.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Design a modular architecture for seamless integration and future scalability.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745" y="-282859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7805C-78AA-5E4D-B024-3BEAB64B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59" y="884064"/>
            <a:ext cx="5744445" cy="28417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D24677-F0EE-47F6-EC2B-2D54A0C55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511" y="1038225"/>
            <a:ext cx="5461201" cy="5531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CC7A31-F2D9-526A-2118-C6594E465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59" y="4014931"/>
            <a:ext cx="5934386" cy="2476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EFF224-0EE6-5C7B-B0D8-4080DA9AD409}"/>
              </a:ext>
            </a:extLst>
          </p:cNvPr>
          <p:cNvSpPr txBox="1"/>
          <p:nvPr/>
        </p:nvSpPr>
        <p:spPr>
          <a:xfrm>
            <a:off x="132759" y="438150"/>
            <a:ext cx="3058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Dashboard Snaps: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92DF7-DEE2-F4E7-0CD3-FB87F5A73303}"/>
              </a:ext>
            </a:extLst>
          </p:cNvPr>
          <p:cNvSpPr txBox="1"/>
          <p:nvPr/>
        </p:nvSpPr>
        <p:spPr>
          <a:xfrm>
            <a:off x="6496050" y="527192"/>
            <a:ext cx="4410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Snippet of the Machine Learning pipeline: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3DAA13-6DAF-12A9-5FB0-52BE91CD4042}"/>
              </a:ext>
            </a:extLst>
          </p:cNvPr>
          <p:cNvSpPr txBox="1"/>
          <p:nvPr/>
        </p:nvSpPr>
        <p:spPr>
          <a:xfrm>
            <a:off x="609600" y="1466850"/>
            <a:ext cx="10810875" cy="5312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Details / Links of the reference and research work: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XGBoost</a:t>
            </a:r>
            <a:r>
              <a:rPr lang="en-IN" dirty="0"/>
              <a:t> – Gradient boosting machine learning framework used for accurate classification and predictive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SHAP (Explainable AI)</a:t>
            </a:r>
            <a:r>
              <a:rPr lang="en-IN" dirty="0"/>
              <a:t> – Explainability technique that identifies the contribution of each feature to the model's prediction.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Scikit-learn</a:t>
            </a:r>
            <a:r>
              <a:rPr lang="en-IN" dirty="0"/>
              <a:t> – Python machine learning library used for data preprocessing, model utilities, and evaluation.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Streamlit</a:t>
            </a:r>
            <a:r>
              <a:rPr lang="en-IN" dirty="0"/>
              <a:t> – Open-source Python framework for building interactive data science and AI web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Pandas</a:t>
            </a:r>
            <a:r>
              <a:rPr lang="en-IN" dirty="0"/>
              <a:t> – Data analysis library used for data cleaning, manipulation, and structured data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/>
              <a:t>ReportLab</a:t>
            </a:r>
            <a:r>
              <a:rPr lang="en-IN" dirty="0"/>
              <a:t>– Python library used to generate professional PDF reports programmatically.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Research Paper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Lundberg, Scott M., and Su-In Lee. "A unified approach to interpreting model predictions." </a:t>
            </a:r>
            <a:r>
              <a:rPr lang="en-IN" i="1" dirty="0"/>
              <a:t>Advances in neural information processing systems</a:t>
            </a:r>
            <a:r>
              <a:rPr lang="en-IN" dirty="0"/>
              <a:t> 30 (2017).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Chen, Tianqi, and Carlos </a:t>
            </a:r>
            <a:r>
              <a:rPr lang="en-IN" dirty="0" err="1"/>
              <a:t>Guestrin</a:t>
            </a:r>
            <a:r>
              <a:rPr lang="en-IN" dirty="0"/>
              <a:t>. "</a:t>
            </a:r>
            <a:r>
              <a:rPr lang="en-IN" dirty="0" err="1"/>
              <a:t>Xgboost</a:t>
            </a:r>
            <a:r>
              <a:rPr lang="en-IN" dirty="0"/>
              <a:t>: A scalable tree boosting system." In </a:t>
            </a:r>
            <a:r>
              <a:rPr lang="en-IN" i="1" dirty="0"/>
              <a:t>Proceedings of the 22nd </a:t>
            </a:r>
            <a:r>
              <a:rPr lang="en-IN" i="1" dirty="0" err="1"/>
              <a:t>acm</a:t>
            </a:r>
            <a:r>
              <a:rPr lang="en-IN" i="1" dirty="0"/>
              <a:t> </a:t>
            </a:r>
            <a:r>
              <a:rPr lang="en-IN" i="1" dirty="0" err="1"/>
              <a:t>sigkdd</a:t>
            </a:r>
            <a:r>
              <a:rPr lang="en-IN" i="1" dirty="0"/>
              <a:t> international conference on knowledge discovery and data mining</a:t>
            </a:r>
            <a:r>
              <a:rPr lang="en-IN" dirty="0"/>
              <a:t>, pp. 785-794. 2016.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7757</TotalTime>
  <Words>639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 Grade Change Intelligence: AI-Powered Decision Support for Paper Manufacturing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Atharv</dc:creator>
  <cp:keywords/>
  <dc:description/>
  <cp:lastModifiedBy>Atharv Pat</cp:lastModifiedBy>
  <cp:revision>154</cp:revision>
  <dcterms:created xsi:type="dcterms:W3CDTF">2013-12-12T18:46:50Z</dcterms:created>
  <dcterms:modified xsi:type="dcterms:W3CDTF">2026-07-26T10:02:43Z</dcterms:modified>
  <cp:category/>
</cp:coreProperties>
</file>